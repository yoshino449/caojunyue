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第9组·曹骏越·路演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教务器材预约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过程中遇到的问题及解决方案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B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线上地址：https://caojunyue.pages.dev/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 22原生http | node:sqlite | Cloudflare Pages+D1 | 零npm依赖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5个关键问题·5个闭环解决方案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部署平台演进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14700"/>
          </a:xfrm>
          <a:prstGeom prst="rect">
            <a:avLst/>
          </a:prstGeom>
          <a:solidFill>
            <a:srgbClr val="2D2828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5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Sealos/Render免费层不可用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Sealos改版后流程不匹配；Render免费层15分钟休眠，重启清库——预约数据回seed、访问计数归零。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977640" cy="331470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改用Cloudflare Pages+Functions+D1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pages.dev国内可直连、Free$0/月、边缘运行无休眠、D1持久化不丢。新增functions/子树+wrangler.toml。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结果：5个验收URL全通过，教师手机可开，数据不丢。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互斥判重从前端迁到服务端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14700"/>
          </a:xfrm>
          <a:prstGeom prst="rect">
            <a:avLst/>
          </a:prstGeom>
          <a:solidFill>
            <a:srgbClr val="2D2828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5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localStorage前端判重跨设备失效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v1用浏览器localStorage存预约+前端判重：A设备约了，B设备看不到，会撞单；清缓存后判重数据全丢。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977640" cy="331470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服务端数据库唯一索引+409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schema.sql建UNIQUE(equip_id,date,slot)；POST冲突返回409；前端不再本地判重，以服务端409为唯一事实源。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结果：跨设备撞单由数据库兜底，前端v1 localStorage判重逻辑已废弃。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CI踩坑（Gitee Go）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14700"/>
          </a:xfrm>
          <a:prstGeom prst="rect">
            <a:avLst/>
          </a:prstGeom>
          <a:solidFill>
            <a:srgbClr val="2D2828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5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YAML schema与直觉不同+通知不可达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•commands多行块报错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•按分支发现YAML，主线main但默认master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•社区版站内信/邮件均收不到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•build@nodejs插件最高15.x，跑不了node:sqlite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977640" cy="331470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按schema重写+双分支同步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•commands改字符串列表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•git push origin main:master同步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•以构建历史页状态为准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•npmmirror源自装Node22后npm test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结果：push→装依赖→跑测试全绿；故意失败验证CI拦截有效。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跨环境一致性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14700"/>
          </a:xfrm>
          <a:prstGeom prst="rect">
            <a:avLst/>
          </a:prstGeom>
          <a:solidFill>
            <a:srgbClr val="2D2828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5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Functions命名限制+402状态码不一致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•DELETE处理器用onDelete命名→405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•DeepSeek 402：本地映射QUOTA→429；线上Functions返回503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977640" cy="331470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对齐命名+统一状态码映射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•DELETE处理器改名onRequestDelete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•线上402分支改返回429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•与本地backend/ai.js的QUOTA→429映射对齐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结果：本地与线上同代码同行为，AI助手失败兜底一致。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测试可重入性+总结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14700"/>
          </a:xfrm>
          <a:prstGeom prst="rect">
            <a:avLst/>
          </a:prstGeom>
          <a:solidFill>
            <a:srgbClr val="2D2828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5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测试跑挂三连击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•Node22 Windows下--test tests/报Cannot find module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•断言消息里await res.text()提前消费响应流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•用例未清理残留数据，共用互斥键连锁409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977640" cy="331470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3B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改用例不改业务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920240"/>
            <a:ext cx="3703320" cy="2446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•改--test tests/api.test.js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•先读body再断言（createOk辅助函数）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CA3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•before钩子清库+用例try/finally自清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503420"/>
            <a:ext cx="8229600" cy="365760"/>
          </a:xfrm>
          <a:prstGeom prst="rect">
            <a:avLst/>
          </a:prstGeom>
          <a:solidFill>
            <a:srgbClr val="283142"/>
          </a:solidFill>
          <a:ln w="12700">
            <a:solidFill>
              <a:srgbClr val="A3B8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D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5条业务规则全绿且连跑可重入；业务代码零改动。所有问题已闭环，现场能跑：https://caojunyue.pages.dev/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教务器材预约·路演</dc:title>
  <dc:subject>PptxGenJS Presentation</dc:subject>
  <dc:creator>曹骏越</dc:creator>
  <cp:lastModifiedBy>曹骏越</cp:lastModifiedBy>
  <cp:revision>1</cp:revision>
  <dcterms:created xsi:type="dcterms:W3CDTF">2026-10-13T06:52:31Z</dcterms:created>
  <dcterms:modified xsi:type="dcterms:W3CDTF">2026-10-13T06:52:31Z</dcterms:modified>
</cp:coreProperties>
</file>
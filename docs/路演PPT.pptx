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第9组 · 曹骏越 · 路演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教务器材预约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过程中遇到的问题及解决方案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D0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线上地址：https://caojunyue.pages.dev/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22 原生 http  |  node:sqlite  |  Cloudflare Pages + D1  |  零 npm 依赖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个关键问题 · 5 个闭环解决方案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部署平台演进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Sealos / Render 免费层不可用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Sealos cloud.sealos.io 改版后创建项目流程与教程差距大、登录卡死；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Render 免费层 15 分钟无请求休眠，重启清库——预约数据回 seed、访问计数归零。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 Cloudflare Pages + Functions + D1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pages.dev 国内可直连、Free $0/月、无信用卡、边缘运行无休眠、D1 数据库持久化不丢。新增 functions/ 子树（ESM）+ wrangler.toml D1 binding。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结果：5 个验收 URL 全通过，教师手机可开，数据不丢。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互斥判重从前端迁到服务端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localStorage 前端判重跨设备失效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用浏览器 localStorage 存预约 + 前端判重：A 设备约了，B 设备看不到，会撞单；浏览器清缓存后判重数据全丢。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服务端数据库唯一索引 + 409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schema.sql 建 UNIQUE(equip_id, date, slot) 唯一索引；POST /api/bookings 插入冲突返回 409；前端不再本地判重，以服务端 409 为唯一事实源。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结果：跨设备撞单由数据库兜底，前端 v1 localStorage 判重逻辑已废弃。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CI 踩坑（Gitee Go）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schema 与直觉不同 + 通知不可达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commands 多行块报 "steps 配置缺失"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按分支发现 YAML，主线 main 但默认分支 master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社区版站内信/邮件均收不到（成功失败皆然）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build@nodejs 插件最高 15.x，跑不了 node:sqlite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schema 重写 + 双分支同步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commands 改字符串列表（链式单行）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git push origin main:master 同步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以构建历史页状态为准（README 踩坑 4 记录）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npmmirror 源自装 Node 22 后 npm test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结果：push → 装依赖 → 跑测试全绿；故意失败验证 CI 拦截有效。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跨环境一致性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Functions 命名限制 + 402 状态码不一致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Cloudflare Pages Functions 的 DELETE 处理器用 onDelete 命名 → 405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DeepSeek 402（余额不足）：本地后端映射 QUOTA→429；线上 Functions 直接返回 503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对齐命名 + 统一状态码映射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DELETE 处理器改名 onRequestDelete（commit 204e76f）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线上 Functions 的 402 分支改返回 429（commit b3a1fa3）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与本地 backend/ai.js 的 QUOTA→429 映射对齐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结果：本地与线上同代码同行为，AI 助手失败兜底一致。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测试可重入性 + 总结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测试跑挂三连击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Node 22 Windows 下 --test tests/ 报 Cannot find module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断言消息里 await res.text() 提前消费响应流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用例未清理残留数据，共用互斥键连锁 409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DD0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改用例不改业务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改 --test tests/api.test.js（具体文件路径）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先读 body 再断言（createOk 辅助函数）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before 钩子清库 + 用例 try/finally 自清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1A2128"/>
          </a:solidFill>
          <a:ln w="12700">
            <a:solidFill>
              <a:srgbClr val="4DD0A7"/>
            </a:solidFill>
            <a:prstDash val="solid"/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6E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条业务规则全绿且连跑可重入；业务代码零改动。所有问题已闭环，现场能跑：https://caojunyue.pages.dev/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第9组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教务器材预约 · 路演</dc:title>
  <dc:subject>PptxGenJS Presentation</dc:subject>
  <dc:creator>曹骏越</dc:creator>
  <cp:lastModifiedBy>曹骏越</cp:lastModifiedBy>
  <cp:revision>1</cp:revision>
  <dcterms:created xsi:type="dcterms:W3CDTF">2026-10-13T06:39:26Z</dcterms:created>
  <dcterms:modified xsi:type="dcterms:W3CDTF">2026-10-13T06:39:26Z</dcterms:modified>
</cp:coreProperties>
</file>
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第9组·曹骏越·路演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教务器材预约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过程中遇到的问题及解决方案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B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线上地址：https://caojunyue.pages.dev/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22原生http | node:sqlite | Cloudflare Pages+D1 | 零npm依赖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5个关键问题·5个闭环解决方案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部署平台演进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Sealos/Render免费层不可用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Sealos改版后流程不匹配；Render免费层15分钟休眠，重启清库——预约数据回seed、访问计数归零。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改用Cloudflare Pages+Functions+D1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pages.dev国内可直连、Free$0/月、边缘运行无休眠、D1持久化不丢。新增functions/子树+wrangler.toml。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结果：5个验收URL全通过，教师手机可开，数据不丢。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换个设备就撞单？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v1只在自己浏览器里记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同学A在电脑上约了投影仪，同学B手机打开页面——电脑记的事手机看不到，B又约了同一时段，撞单了！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把"不能撞"钉死在数据库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预约规则从浏览器搬到服务器：任何设备来约，服务器先查数据库——有冲突直接拒，前端只管提交不管判。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结果：跨设备再也撞不了单，前端那套旧逻辑直接废掉。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CI流水线按文档写的跑不起来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Gitee Go处处是"默认"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按教程写的配置格式不对、分支对不上、自带的Node版本太低跑不了我们的代码——推上去全红。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照它的脾气改，装它没有的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按Gitee Go的格式重写配置、双分支同步、流水线里先装Node 22再跑测试——现在push自动验。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结果：push → 自动装依赖 → 自动跑测试全绿，故意写错能拦住。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本地跑通，线上报错不一样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AI助手失败了，用户看到两副面孔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本地调AI额度用尽→提示"请稍后再试"，线上同样情况→提示"服务不可用"，同一个问题说两种话，用户懵了。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对齐两端的错误码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把线上和本地的错误提示统一映射，不管在哪跑、怎么跑，用户看到的提示永远一致。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结果：本地与线上同代码同行为，AI助手兜底提示完全一致。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测试可重入性+总结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测试跑挂三连击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•Node22 Windows下--test tests/报Cannot find module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•断言消息里await res.text()提前消费响应流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•用例未清理残留数据，共用互斥键连锁409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改用例不改业务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•改--test tests/api.test.js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•先读body再断言（createOk辅助函数）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•before钩子清库+用例try/finally自清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5条业务规则全绿且连跑可重入；业务代码零改动。所有问题已闭环，现场能跑：https://caojunyue.pages.dev/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教务器材预约·路演</dc:title>
  <dc:subject>PptxGenJS Presentation</dc:subject>
  <dc:creator>曹骏越</dc:creator>
  <cp:lastModifiedBy>曹骏越</cp:lastModifiedBy>
  <cp:revision>1</cp:revision>
  <dcterms:created xsi:type="dcterms:W3CDTF">2026-10-14T07:37:59Z</dcterms:created>
  <dcterms:modified xsi:type="dcterms:W3CDTF">2026-10-14T07:37:59Z</dcterms:modified>
</cp:coreProperties>
</file>